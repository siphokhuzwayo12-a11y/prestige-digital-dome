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E82E3A-D2AE-4364-B1CB-C59DD386D4E5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6590C2-2CB1-4A83-89C5-03D6140107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317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3D551-CC91-412E-C330-D86A0B6294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987610-5FC7-8C0B-E75D-1DF121D490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DB2F8-6783-601B-E875-1C51756C1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D7FB8-978E-4F80-8FB6-8CF8AB18E9DD}" type="datetime1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2A27D-02C1-0C20-E8D7-958486E58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Prestige Cosmic Venture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DE3F6-2363-0D19-A840-F4AF9AFC0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07E5-B706-425B-834E-50BAF001B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58687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wind"/>
      </p:transition>
    </mc:Choice>
    <mc:Fallback>
      <p:transition spd="slow" advTm="5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B73EB-6862-3C2F-5611-41B97F8C5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592BD-6A7C-C912-D548-61554FB4E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51436-2AD3-5B92-02E6-7E25A9CFB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ECAB6-7088-4069-8617-4A19C2BE6300}" type="datetime1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1789D-A796-FC38-E5FA-BE2CCD77E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Prestige Cosmic Venture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AAB85-B3C3-881A-70CD-0354D25D1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07E5-B706-425B-834E-50BAF001B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56255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wind"/>
      </p:transition>
    </mc:Choice>
    <mc:Fallback>
      <p:transition spd="slow" advTm="5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A492F-399F-612A-8394-6DD7A9786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71E08C-9F1E-0637-07FF-CC6D63BB2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443B4-89E6-FD39-6AF9-25AD062CF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13D1C-20AD-4EDF-83CE-A873A8D6CB9D}" type="datetime1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573E9-5867-066B-8150-F7A9DC0B6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Prestige Cosmic Venture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03AB06-1E50-FBC0-648E-E11DFA728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07E5-B706-425B-834E-50BAF001B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03199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wind"/>
      </p:transition>
    </mc:Choice>
    <mc:Fallback>
      <p:transition spd="slow" advTm="5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550A5-7D8A-2107-2F01-EDB1403FA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490B1-15E5-A9C6-ACE4-8FC0DC53F2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D7101C-30DC-F3F0-3372-63648599FE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DDAF6-46AB-42B1-262E-793F61D08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CA38E-CF87-4C06-A6F1-64E5354BBD01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70D561-5DD0-E273-2898-521DC8444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Prestige Cosmic Venture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6D8A07-51FC-AE27-23D5-DDF10F446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07E5-B706-425B-834E-50BAF001B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90012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wind"/>
      </p:transition>
    </mc:Choice>
    <mc:Fallback>
      <p:transition spd="slow" advTm="5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5B6F5-18DB-38CD-CDAA-D0699A1E6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E89A7D-E676-CFA0-25A2-D076869AA7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0EBFCE-53F1-D688-88A2-4A94254817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9229FB-29FC-7D6B-EE12-FABD0339D9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36D574-6D4D-338B-0D13-5756E230D5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1385EF-D4B3-6CAC-45D6-75A37BA92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78647-F79E-45EA-9929-2F214AF4A912}" type="datetime1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81300A-4D02-68AE-8B1E-2AC8F5CAF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Prestige Cosmic Venture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25CC0F1-A771-B06B-3C0F-47D9CD9ED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07E5-B706-425B-834E-50BAF001B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31001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wind"/>
      </p:transition>
    </mc:Choice>
    <mc:Fallback>
      <p:transition spd="slow" advTm="5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FF155-5237-151B-DCA9-7AF43351D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5872AE-C620-28A9-BCA2-99F5BEF76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CC50A-E0AE-43ED-AC53-A449C52EA20C}" type="datetime1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A68C52-2CBC-5014-EC0A-C926C49B6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Prestige Cosmic Venture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D14A0D-C6C1-7DEA-3511-03967C34E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07E5-B706-425B-834E-50BAF001B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22959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wind"/>
      </p:transition>
    </mc:Choice>
    <mc:Fallback>
      <p:transition spd="slow" advTm="5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B6E318-8E09-8192-D420-B5B8E5E3D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AA1C-9720-45F6-9732-4A4359A3C4ED}" type="datetime1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ED943A-D6A4-5F84-A6F7-28484163D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Prestige Cosmic Venture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D22FD8-1B83-EF36-B5EB-3D13AB33B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07E5-B706-425B-834E-50BAF001B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08420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wind"/>
      </p:transition>
    </mc:Choice>
    <mc:Fallback>
      <p:transition spd="slow" advTm="5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9C1EF-91CB-D3AC-69E0-00F01B24F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9C518-4E0F-6C31-6FAB-1E947BA123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3ECBE-6DF4-82BD-6107-CE911217A3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86306-9D14-3B8B-661F-ECB4F5E7F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F2A0B-5E41-4D93-8459-8B405B2DB5C4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09270-126D-27EB-7CB4-082D8093A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Prestige Cosmic Venture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7FE221-CCA1-9C83-D2A3-B9CD652E7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07E5-B706-425B-834E-50BAF001B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4257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wind"/>
      </p:transition>
    </mc:Choice>
    <mc:Fallback>
      <p:transition spd="slow" advTm="5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16B0F-4C8E-44B7-099C-476DD6402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F584B8-ADEC-293A-C99C-59C711DFFE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A5A34E-7992-587B-FCEF-47208E9D3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CB054-7C65-7A4B-0148-EA940BBE3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58F4A-8BBD-46F6-9E9C-B9001C6C2301}" type="datetime1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2512C6-82CF-6182-D9F7-216454BCE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Prestige Cosmic Venture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5AE99E-93A7-24F3-AA72-F9C4DAC29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07E5-B706-425B-834E-50BAF001B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69007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wind"/>
      </p:transition>
    </mc:Choice>
    <mc:Fallback>
      <p:transition spd="slow" advTm="5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508EB-77C7-802F-3117-D8CA330AF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FF02EF-3BE4-5D34-0392-063442DDC7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D8FC1C-0645-BDE9-4D91-9E25CDB1C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3734D-7263-48D8-B3AC-6961A67FAB33}" type="datetime1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74F70-E12B-9953-01FB-116E4913A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Prestige Cosmic Venture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B7786-3E47-C8C7-78A4-9EF51AF57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07E5-B706-425B-834E-50BAF001B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20156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wind"/>
      </p:transition>
    </mc:Choice>
    <mc:Fallback>
      <p:transition spd="slow" advTm="5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0F03B1-7CCB-56FC-42F9-B52375A5F2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E8DF6F-3D10-05A9-F2C5-C23FCF4391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E4D82-C298-6316-813E-C71AF4055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E53E7-4220-445A-8FB7-D4BB9BFFE0E2}" type="datetime1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58BC5-D4F9-1AE2-C2C9-A6E8118C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Prestige Cosmic Venture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23B18-AE33-3707-D8DF-BF77F1D07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07E5-B706-425B-834E-50BAF001B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30640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wind"/>
      </p:transition>
    </mc:Choice>
    <mc:Fallback>
      <p:transition spd="slow" advTm="5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40B241-6261-88FE-ECC8-582555846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76AF4C-780C-E180-2D35-FE7723063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B205D-2C04-3B6C-9427-9CA9ABD56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7250CC-096C-4F8E-879F-C69FC2BFE676}" type="datetime1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6A0E7-EAA3-3B59-8B3C-865A2896D5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Prestige Cosmic Venture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FAB1C-02B8-DA6E-2915-2AA8473C6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6A07E5-B706-425B-834E-50BAF001B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432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wind"/>
      </p:transition>
    </mc:Choice>
    <mc:Fallback>
      <p:transition spd="slow" advTm="5000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883BACC-761F-098A-1FA3-C4C14282F189}"/>
              </a:ext>
            </a:extLst>
          </p:cNvPr>
          <p:cNvGrpSpPr/>
          <p:nvPr/>
        </p:nvGrpSpPr>
        <p:grpSpPr>
          <a:xfrm>
            <a:off x="0" y="0"/>
            <a:ext cx="12214891" cy="6858000"/>
            <a:chOff x="0" y="0"/>
            <a:chExt cx="12214891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B9DED76-F38E-A12B-E1B3-C5F18995B4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214891" cy="68580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39AC020-DF6B-08E3-4C78-FB0B7C8D45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56987" y="5201264"/>
              <a:ext cx="1878025" cy="589956"/>
            </a:xfrm>
            <a:prstGeom prst="rect">
              <a:avLst/>
            </a:prstGeom>
          </p:spPr>
        </p:pic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4F8BC3-83EF-5E55-7C7A-4F0457B1F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Prestige Cosmic Venture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28CB2B-C99A-118F-B1F1-EB17E6244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07E5-B706-425B-834E-50BAF001B29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3090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wind"/>
      </p:transition>
    </mc:Choice>
    <mc:Fallback>
      <p:transition spd="slow" advTm="5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78FE65-700E-057F-7EC9-7D4318545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1334" cy="685800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2BF4E4-D1C1-139E-A503-EF524B7A8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Prestige Cosmic Venture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F3616B-3AFB-4EC9-4D6B-849F1935F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07E5-B706-425B-834E-50BAF001B29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39000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wind"/>
      </p:transition>
    </mc:Choice>
    <mc:Fallback>
      <p:transition spd="slow" advTm="5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B6A11D-490D-CBFD-5DBE-755E5827C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11145" cy="685800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B20CEDF-A38F-4C3C-3575-36EFF5BFE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Prestige Cosmic Venture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91DC64-4C76-57AE-1D32-48F35077A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07E5-B706-425B-834E-50BAF001B29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44315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wind"/>
      </p:transition>
    </mc:Choice>
    <mc:Fallback>
      <p:transition spd="slow" advTm="5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64F6A6-8BA4-7D39-DE40-2C155202D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57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E73194-27C3-E7FE-2423-9B64416CE4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542" y="1346390"/>
            <a:ext cx="5196062" cy="466252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E9EA206-D265-470A-2D4A-74AC4DA1C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Prestige Cosmic Venture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DC0F43-6769-56CB-8C47-248B8E064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07E5-B706-425B-834E-50BAF001B29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21234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wind"/>
      </p:transition>
    </mc:Choice>
    <mc:Fallback>
      <p:transition spd="slow" advTm="5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F17D98C-99F3-16F2-4127-177D0323DB89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11388E9-5497-F7D3-3CED-16B6011518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2D7012D-1E57-31FA-B147-B23206666218}"/>
                </a:ext>
              </a:extLst>
            </p:cNvPr>
            <p:cNvSpPr txBox="1"/>
            <p:nvPr/>
          </p:nvSpPr>
          <p:spPr>
            <a:xfrm>
              <a:off x="5806003" y="6379234"/>
              <a:ext cx="2118798" cy="4231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150" dirty="0">
                  <a:solidFill>
                    <a:schemeClr val="bg1"/>
                  </a:solidFill>
                </a:rPr>
                <a:t>ventilation slots</a:t>
              </a:r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20FD1E4-A899-2E8F-43CF-D35E103BC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Prestige Cosmic Venture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CC55ED-3231-E019-C089-9538EF859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07E5-B706-425B-834E-50BAF001B29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82133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wind"/>
      </p:transition>
    </mc:Choice>
    <mc:Fallback>
      <p:transition spd="slow" advTm="5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4C0355-C93D-8D03-DD5A-4956A2AA3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85307" cy="685800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8E6A4F2-15EE-A03A-F80A-D85F55F72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Prestige Cosmic Venture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6AB02E-56CD-0689-E65B-4C7AC8E13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07E5-B706-425B-834E-50BAF001B29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31466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wind"/>
      </p:transition>
    </mc:Choice>
    <mc:Fallback>
      <p:transition spd="slow" advTm="5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940C6D-5322-8233-87F2-F9E4AA8CB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61152" cy="685800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553FF56-7D3D-1817-1FB9-FC84CF09F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Prestige Cosmic Venture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6571DE-08D0-6A86-C324-BA28B61E7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07E5-B706-425B-834E-50BAF001B29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00419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wind"/>
      </p:transition>
    </mc:Choice>
    <mc:Fallback>
      <p:transition spd="slow" advTm="5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11B078-E144-3A69-547A-FD83DC347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313048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303641-0F49-FC75-D65D-32B306FFCF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1285" y="1205802"/>
            <a:ext cx="5501890" cy="43308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1924547-2C3A-AF7C-7449-C40FECF21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Prestige Cosmic Venture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81ECB0-1184-AF9B-7926-2B7155188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07E5-B706-425B-834E-50BAF001B29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57713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wind"/>
      </p:transition>
    </mc:Choice>
    <mc:Fallback>
      <p:transition spd="slow" advTm="5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62B52E-23B7-AAFD-D905-495175839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402598" cy="685800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2A4F49B-066E-D0A4-60EB-29DEC7736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Prestige Cosmic Venture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96AD9E-D646-2183-E1F9-A0A4DDF6B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07E5-B706-425B-834E-50BAF001B29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17879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wind"/>
      </p:transition>
    </mc:Choice>
    <mc:Fallback>
      <p:transition spd="slow" advTm="5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154805-5B49-9699-221C-6F8805489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E24A32-3A05-CAFC-AF16-FA5192EDF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Prestige Cosmic Venture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193FEA-3504-41EA-9C0A-300AF3C0C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07E5-B706-425B-834E-50BAF001B29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24979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wind"/>
      </p:transition>
    </mc:Choice>
    <mc:Fallback>
      <p:transition spd="slow" advTm="5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0AF17B-6338-4338-848C-F0BF58963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536"/>
            <a:ext cx="12303352" cy="6865536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C005A94-BE83-32BB-CEC3-7391A3B11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Prestige Cosmic Venture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C59378-95F2-5800-41E3-0569DCCA0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07E5-B706-425B-834E-50BAF001B29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40938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wind"/>
      </p:transition>
    </mc:Choice>
    <mc:Fallback>
      <p:transition spd="slow" advTm="5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D6C0D3-1EEE-2C0F-2CD0-F69695D10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9105" cy="685800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CB1A13C-8013-23FA-E29B-1967494AF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Prestige Cosmic Venture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6205F85-7CF1-1161-C4F3-860C5BDFA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07E5-B706-425B-834E-50BAF001B29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3740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wind"/>
      </p:transition>
    </mc:Choice>
    <mc:Fallback>
      <p:transition spd="slow" advTm="5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39CFF7E0-8DF1-A0D7-C490-935BF0865FB1}"/>
              </a:ext>
            </a:extLst>
          </p:cNvPr>
          <p:cNvGrpSpPr/>
          <p:nvPr/>
        </p:nvGrpSpPr>
        <p:grpSpPr>
          <a:xfrm>
            <a:off x="0" y="0"/>
            <a:ext cx="12165922" cy="6858000"/>
            <a:chOff x="0" y="0"/>
            <a:chExt cx="12165922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60C174E-2017-D576-6404-A9DCA172E7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65922" cy="68580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0EF4C2FD-6D7E-D4B8-1CAB-8926CE0826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46334" y="4025357"/>
              <a:ext cx="6099332" cy="476304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90214EC2-8915-7DB9-9621-0B03D1AFBDAE}"/>
              </a:ext>
            </a:extLst>
          </p:cNvPr>
          <p:cNvSpPr txBox="1"/>
          <p:nvPr/>
        </p:nvSpPr>
        <p:spPr>
          <a:xfrm>
            <a:off x="3667432" y="3991897"/>
            <a:ext cx="4857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siphokhuzwayo12@gmail.com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39B36C6-4AB5-9BEA-F41D-737ECE8BA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Prestige Cosmic Venture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05B1BDA-1921-9AF4-5A9D-A7945DFFF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07E5-B706-425B-834E-50BAF001B29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04472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wind"/>
      </p:transition>
    </mc:Choice>
    <mc:Fallback>
      <p:transition spd="slow" advTm="50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3C441-46CE-1556-FE08-28BF8913B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44EA0CE-A5FC-BDF3-5BD5-A07A678DA6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267408" cy="68580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EF8F12-E6A9-9642-BD94-037CD5FBA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Prestige Cosmic Venture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74D059-0659-22F4-A362-603049665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07E5-B706-425B-834E-50BAF001B29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4311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wind"/>
      </p:transition>
    </mc:Choice>
    <mc:Fallback>
      <p:transition spd="slow" advTm="50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965295E-06B5-046F-9A96-D35331522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458"/>
            <a:ext cx="12333233" cy="6860458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8FB14FA-2D80-270B-BE7E-DCD810433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Prestige Cosmic Venture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7ADB19-9AA0-1479-4951-F33638962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07E5-B706-425B-834E-50BAF001B29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7640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wind"/>
      </p:transition>
    </mc:Choice>
    <mc:Fallback>
      <p:transition spd="slow" advTm="500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2AC20-1C65-19F3-72A7-EA7077AC5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94F75D-BD70-DD73-4EC4-6C83AB80BF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12293081" cy="68580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80A848-66C3-900D-AC03-F24E4EBB4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Prestige Cosmic Venture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1A91A1-C45C-1356-BDD4-4A1AA6FAE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07E5-B706-425B-834E-50BAF001B29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16610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wind"/>
      </p:transition>
    </mc:Choice>
    <mc:Fallback>
      <p:transition spd="slow" advTm="500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3679A-485B-E15A-3376-294D4E5D7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CED401-5FDF-C443-4F1E-79C80AC6CB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441922" cy="68580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5AAFB8-9EA6-AF03-783D-1E5D344F0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Prestige Cosmic Venture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40855-1D87-2DA9-DC09-DAB216E80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07E5-B706-425B-834E-50BAF001B29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8067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wind"/>
      </p:transition>
    </mc:Choice>
    <mc:Fallback>
      <p:transition spd="slow" advTm="500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422A8-51D0-1769-E1D7-E93E71E67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D33CDB-B9F9-8416-B184-7E27001725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494171" cy="68580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DCD89E-6919-DE00-6F05-5D1E571E1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Prestige Cosmic Venture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E1835-2DF1-9D3D-60A2-474A3B9AC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07E5-B706-425B-834E-50BAF001B29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59058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wind"/>
      </p:transition>
    </mc:Choice>
    <mc:Fallback>
      <p:transition spd="slow" advTm="500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21E50-DDFA-EC37-11B7-8B632C70E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0C83F1-83EC-CF48-1195-706CD632FF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385111" cy="68580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E7832C-1D86-6846-A9AD-E1C400DDA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Prestige Cosmic Venture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0FFD8-5F7D-A4E5-505E-D792A7B81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07E5-B706-425B-834E-50BAF001B29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2108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wind"/>
      </p:transition>
    </mc:Choice>
    <mc:Fallback>
      <p:transition spd="slow" advTm="500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64F38-A167-6E89-B1EB-314130221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DCF112-F160-7C50-1A36-182F1DC21D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200979" cy="68580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3324BC-DDA2-AE20-AD8B-2C2292638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Prestige Cosmic Venture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4DA6F-AC9A-664A-0E06-F2EBCB3DF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07E5-B706-425B-834E-50BAF001B29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2034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wind"/>
      </p:transition>
    </mc:Choice>
    <mc:Fallback>
      <p:transition spd="slow" advTm="5000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7AAFF-3E14-B274-0FB9-3473DE6E5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40813F-BC39-3A23-F1EF-A8CE42BB64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74191" cy="68580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30C5CD-E46F-0ECC-B3E4-54176839F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Prestige Cosmic Venture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8FDEC9-2392-1C5C-CF7F-E8B47529E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07E5-B706-425B-834E-50BAF001B29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50621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wind"/>
      </p:transition>
    </mc:Choice>
    <mc:Fallback>
      <p:transition spd="slow" advTm="500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E99F1-9635-A17A-A715-6AC0B7429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BE3FC1-8C73-4251-1489-057E5C10F5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12187310" cy="6858001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F379C3-1165-849F-A806-2311CF4D6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Prestige Cosmic Venture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7F51D9-C368-963C-73AE-BCCAC1808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07E5-B706-425B-834E-50BAF001B29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29324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wind"/>
      </p:transition>
    </mc:Choice>
    <mc:Fallback>
      <p:transition spd="slow" advTm="5000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166FD-B5B5-AB77-0723-6D10F74F5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8AA55-042F-DA2C-8781-1EA20D9CF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16AA64-2641-6D28-A2E6-E4353446F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8792" cy="68580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A6F751-93B9-5A4E-2907-BE0736BF1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Prestige Cosmic Venture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FB3BD-54BB-B4A8-F95E-DDCA3E362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07E5-B706-425B-834E-50BAF001B29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86428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wind"/>
      </p:transition>
    </mc:Choice>
    <mc:Fallback>
      <p:transition spd="slow" advTm="5000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CC1F15-DB17-94BB-99EA-923DA68D9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514B2C-DF92-47DE-F84F-65600982B7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12193069" cy="68580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0436B0-BCFA-EE96-D5D6-07D3EB186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Prestige Cosmic Venture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77E254-81BC-CEF0-8353-F7307B85C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07E5-B706-425B-834E-50BAF001B29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1067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wind"/>
      </p:transition>
    </mc:Choice>
    <mc:Fallback>
      <p:transition spd="slow" advTm="5000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A1125-36FF-E0EC-7A1E-7FEEFB608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EBEDC0-7775-D747-C4A9-DF1F9B4E8E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12242125" cy="68580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B0B3F3-E8C1-241E-072F-695392D5B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Prestige Cosmic Venture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6A1765-ED9F-66E8-3D66-334CB19FA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07E5-B706-425B-834E-50BAF001B29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75499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wind"/>
      </p:transition>
    </mc:Choice>
    <mc:Fallback>
      <p:transition spd="slow" advTm="5000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22C5D-88DA-B5CB-64CA-B94143AB7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57DCB0-8F3D-C8AC-EF2F-6B51185B44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12228246" cy="6993654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DE37DE-14E4-4397-7823-2F6E41337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Prestige Cosmic Venture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AE205F-2110-898E-C186-A6256F863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07E5-B706-425B-834E-50BAF001B29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09115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wind"/>
      </p:transition>
    </mc:Choice>
    <mc:Fallback>
      <p:transition spd="slow" advTm="5000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ACBF4-2A35-85BF-3DEF-AE61D6390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D4469AF-9519-B3F1-8B11-FB7E5B0708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-1"/>
            <a:ext cx="12305267" cy="6943411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1624C866-978F-04A7-6B59-9F2398A700DB}"/>
              </a:ext>
            </a:extLst>
          </p:cNvPr>
          <p:cNvGrpSpPr/>
          <p:nvPr/>
        </p:nvGrpSpPr>
        <p:grpSpPr>
          <a:xfrm>
            <a:off x="7114898" y="4554921"/>
            <a:ext cx="4447182" cy="738664"/>
            <a:chOff x="7114898" y="4554921"/>
            <a:chExt cx="4447182" cy="738664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66795A8-36E0-765B-6112-77E1726C550F}"/>
                </a:ext>
              </a:extLst>
            </p:cNvPr>
            <p:cNvSpPr txBox="1"/>
            <p:nvPr/>
          </p:nvSpPr>
          <p:spPr>
            <a:xfrm>
              <a:off x="9086195" y="4554921"/>
              <a:ext cx="24758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The Sovereign Food 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9805B2B-C9D2-3271-4427-6A340079DCA9}"/>
                </a:ext>
              </a:extLst>
            </p:cNvPr>
            <p:cNvSpPr txBox="1"/>
            <p:nvPr/>
          </p:nvSpPr>
          <p:spPr>
            <a:xfrm>
              <a:off x="7114898" y="4924253"/>
              <a:ext cx="24758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Energy Artifact. </a:t>
              </a:r>
            </a:p>
          </p:txBody>
        </p:sp>
      </p:grp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2220E3F-8290-D579-E186-CDE5DE0A9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Prestige Cosmic Venture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47AA72-01F6-8EBF-11B5-652C13719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07E5-B706-425B-834E-50BAF001B29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88948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wind"/>
      </p:transition>
    </mc:Choice>
    <mc:Fallback>
      <p:transition spd="slow" advTm="5000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6457E-31B5-A8C6-0F8A-459F713FE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261A2-8885-93FE-AB09-F053AD926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69D9DA-FC12-7421-7613-F78C57BEB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B2A021-193B-95C1-14B8-C3D809327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Prestige Cosmic Venture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2900D0-471F-8D5C-923F-B5E15D22A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07E5-B706-425B-834E-50BAF001B29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97604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wind"/>
      </p:transition>
    </mc:Choice>
    <mc:Fallback>
      <p:transition spd="slow" advTm="5000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7">
            <a:extLst>
              <a:ext uri="{FF2B5EF4-FFF2-40B4-BE49-F238E27FC236}">
                <a16:creationId xmlns:a16="http://schemas.microsoft.com/office/drawing/2014/main" id="{D15A149E-5E7A-AF74-B75B-1626CEB97C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0353368" cy="690224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556305-AC2C-DAED-80A2-07E0F2C0E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Prestige Cosmic Venture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C6CD82-965D-ADB4-2030-F46AAC745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A07E5-B706-425B-834E-50BAF001B295}" type="slidenum">
              <a:rPr lang="en-US" smtClean="0"/>
              <a:t>29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862FCB-6ED7-F047-3BB4-C55B0ABD8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3368" y="-10937"/>
            <a:ext cx="1838632" cy="6902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83907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5000">
        <p15:prstTrans prst="wind"/>
      </p:transition>
    </mc:Choice>
    <mc:Fallback>
      <p:transition spd="slow" advTm="5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129</Words>
  <Application>Microsoft Office PowerPoint</Application>
  <PresentationFormat>Widescreen</PresentationFormat>
  <Paragraphs>62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Sipho Khuzwayo</dc:creator>
  <cp:lastModifiedBy>Sipho Khuzwayo</cp:lastModifiedBy>
  <cp:revision>6</cp:revision>
  <dcterms:created xsi:type="dcterms:W3CDTF">2026-06-25T17:46:26Z</dcterms:created>
  <dcterms:modified xsi:type="dcterms:W3CDTF">2026-06-25T21:29:29Z</dcterms:modified>
</cp:coreProperties>
</file>