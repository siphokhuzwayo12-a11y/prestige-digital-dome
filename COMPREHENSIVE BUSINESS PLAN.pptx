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57C63-157D-4968-BDD6-25FB256C8F9D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CF839-E344-4E18-AA4A-31C990B97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39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DCF839-E344-4E18-AA4A-31C990B971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53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71FFD-06E4-8027-95D6-E009314422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28A47F-63D8-2238-5B7E-0E6FE1D08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0B338-8B93-F1B1-FF62-407FD734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FCBA4-DD7F-FDF7-CC10-BE2BD6A20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29D7F-4FF4-06F2-22EA-58CBD432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32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4C05-7E8A-92BE-8623-CE385BB0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CAAFE-5ED7-A2AB-83B5-A362B056D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8C479-FAC5-8C05-DC84-B70F6CE01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DA374-5FDB-8250-EBA3-5F321176F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286D3-B99D-9E2B-9EED-CAEF5EA2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00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445F2-A161-A897-2395-732B4FD6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8CE57-AC4A-0AD6-4032-3A5380D3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054DA-5620-BAF1-5A8D-3B6DEEC37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AA6E5-D952-BF58-A5AF-A06CCD072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B1EE9-861F-62A7-5D13-0563D28D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28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703F-4C18-D467-2769-F99078858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E2C73-14C9-82DF-94B3-1D812A21E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F7A5E-02F8-52E7-1EE8-73BBA4EBA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AF646-5918-DEA5-490C-92326854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72377-5080-6B8C-25E2-921B5D18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A5292-4EC7-2EFD-DA13-33FFE48C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289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75A68-AE5D-5C22-4DE0-5DC5732C2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AB4F6-430C-81E3-0C0E-928527FD8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F3C70-F994-8337-D7D9-CE7DD5E46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15F59-029E-647B-17AF-EE6164B054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872D0-3682-F9A4-3459-0EC7F206E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2E5C3-85FD-F245-D256-1F62D9656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44C53-22FB-E787-B860-CF8AD5F0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A0C35-36F9-0092-1A22-72D20E78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67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712D-CAC8-2D16-047E-AA27C94EF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152DB-DE3B-3760-0602-A4C3CEF79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3B4FD-A4F9-427F-8CDE-38BCD960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1C888B-AEFC-F349-405F-23AFBBAD2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07C3B-E386-D580-4B7B-46DC17AD1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62FDB-F61D-50FE-E322-E6206985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0B2AF-4AF2-B21C-8DE5-F06D45944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3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A8104-E7CD-6E17-2B06-1ED4B9EB6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00196-DCC0-3FFB-9BAB-106B7E74B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A435E-8011-3D2F-94CE-D3D54B966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2C9969-0088-7066-4A1D-C6C0E653E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81DB8-9EAE-1F0F-D49E-974B78E4D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8DD17-15EC-7BBA-074C-A98E20E4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94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D2AC8-4DBB-F7B8-EF52-231094CCB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D78361-D50E-122C-9830-9B3D3E981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67B7B-D09B-08F4-DF53-F176369E1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62260-D417-DE85-72FD-B807038F8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59D5B-A14C-3E29-566F-D7F77173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5BD8E-66AE-8D98-E35F-1D925FB9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7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2218B-4A08-06D5-4B93-16EA5485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408DA-0DA7-75FA-CF27-5CD7CAB3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30BCA-2ED4-CE0D-432E-354B734F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46215-22DE-F007-1F30-F1F0ED442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6D441-919B-9B34-CB83-997A80EC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5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588DDD-A00B-8A5B-62DD-23E7A49FC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76163-7227-C607-16F0-395B5BC0F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B2799-00B3-9F42-082D-F3D2B79B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46CEB-8DD3-0CB9-5D34-52ADB89E0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F5B3AB-5398-8B27-2B4D-36DC12CA3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20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3205B8-51F9-5C11-F6C3-F63D5F57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383BF-4291-1A59-C726-5FF5F8650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B3D7D-DA47-B4C0-28AA-A67D4512C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EF781-17C0-4D47-A9A7-6E50A12A55CA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C0E49-E5A2-0F67-F791-B643D8189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E5C24-24FE-8B20-33EB-07F6A79AB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4BCA1-860B-48AA-8B1C-3135901136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81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siphokhuzwayo12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947FB-A953-320C-B6E4-87EF2757EC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B960BF-C800-5207-5318-19036EFA8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55B7D4-BC7C-5087-36D4-4251C9E05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79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8157F-7C06-3A81-161C-61508E8A5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B34B21-76FC-4D46-75C5-375580121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7876" y="0"/>
            <a:ext cx="1226987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59E595-3112-FE0B-E389-A59AA19496B0}"/>
              </a:ext>
            </a:extLst>
          </p:cNvPr>
          <p:cNvSpPr txBox="1"/>
          <p:nvPr/>
        </p:nvSpPr>
        <p:spPr>
          <a:xfrm>
            <a:off x="6693030" y="2158739"/>
            <a:ext cx="5316717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Sovereign organic waste to energy baseload engine.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6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C660-DC1E-11C2-60C1-680E1D359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FD748E-B49C-CCA7-8B00-D7328A93D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88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26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63B7-073F-53F3-E7EE-7C37247B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FE2DA-8F11-DDB7-9B67-ACFB61B44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29377"/>
            <a:ext cx="12298633" cy="691577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2FD07E4-AAD5-6897-BF1A-72D47F54B9AE}"/>
              </a:ext>
            </a:extLst>
          </p:cNvPr>
          <p:cNvGrpSpPr/>
          <p:nvPr/>
        </p:nvGrpSpPr>
        <p:grpSpPr>
          <a:xfrm>
            <a:off x="212300" y="1645349"/>
            <a:ext cx="11874032" cy="5212651"/>
            <a:chOff x="380486" y="1651361"/>
            <a:chExt cx="11874032" cy="521265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2ED262-3E40-D831-7AC6-113200C49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0486" y="6494680"/>
              <a:ext cx="11874032" cy="369332"/>
            </a:xfrm>
            <a:prstGeom prst="rect">
              <a:avLst/>
            </a:prstGeom>
          </p:spPr>
        </p:pic>
        <p:pic>
          <p:nvPicPr>
            <p:cNvPr id="3" name="Picture 2" descr="घरों के लिए आवश्यक पैसिव आर्किटेक्चर तकनीकों के साथ 30% की बचत करें ...">
              <a:extLst>
                <a:ext uri="{FF2B5EF4-FFF2-40B4-BE49-F238E27FC236}">
                  <a16:creationId xmlns:a16="http://schemas.microsoft.com/office/drawing/2014/main" id="{A88367DD-BA18-B5D7-FE5E-EF7E9C2C5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3420" y="1651361"/>
              <a:ext cx="5122605" cy="340474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278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BA1B-D85F-4CF3-56CA-DB01DB769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8EC982-728E-E92A-C479-B65A09C7C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39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71D1-CA59-85CD-6B31-94259834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D35706-A4A3-3D57-1943-22509ED00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35152"/>
            <a:ext cx="12208359" cy="699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04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F4C50-AA17-1AAB-C433-7253BE06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A51DA9-5E64-518C-C980-1ABBDB3122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7590" cy="68580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7E9D7D-30EB-7E4E-C046-0FAE8C505EAD}"/>
              </a:ext>
            </a:extLst>
          </p:cNvPr>
          <p:cNvGrpSpPr/>
          <p:nvPr/>
        </p:nvGrpSpPr>
        <p:grpSpPr>
          <a:xfrm>
            <a:off x="1464298" y="6400800"/>
            <a:ext cx="10743291" cy="434214"/>
            <a:chOff x="1464298" y="6400800"/>
            <a:chExt cx="10743291" cy="4342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D05D89C-3A64-60C6-68BA-BB5ECEDB13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39520" y="6492875"/>
              <a:ext cx="7768069" cy="34213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B77A399-47EE-8FD1-9C7C-2EB1159456C8}"/>
                </a:ext>
              </a:extLst>
            </p:cNvPr>
            <p:cNvSpPr txBox="1"/>
            <p:nvPr/>
          </p:nvSpPr>
          <p:spPr>
            <a:xfrm>
              <a:off x="5919247" y="6400800"/>
              <a:ext cx="4242847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battery</a:t>
              </a:r>
              <a:r>
                <a:rPr lang="en-US" sz="1900" dirty="0">
                  <a:solidFill>
                    <a:schemeClr val="bg1"/>
                  </a:solidFill>
                </a:rPr>
                <a:t> and inverter upgrades by year 5.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AB36729-8F3A-C904-E400-3A8927BEB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64298" y="6493774"/>
              <a:ext cx="2975221" cy="2240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6792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A8D02-89E7-D9CE-565D-EF121A607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C1A15B-DFDC-1401-5E11-0F55F6AC1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7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40797-F9C7-F44D-0EAC-BFA973B5F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43EE0D-A817-8864-D898-35E0E8535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33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86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C13C-4E39-349E-70CA-2E2D3ED9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20346E-EC57-555E-6907-C13D79BD45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20759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C3770C8F-927C-7802-1DAB-A359D1C18266}"/>
              </a:ext>
            </a:extLst>
          </p:cNvPr>
          <p:cNvGrpSpPr/>
          <p:nvPr/>
        </p:nvGrpSpPr>
        <p:grpSpPr>
          <a:xfrm>
            <a:off x="953187" y="6308209"/>
            <a:ext cx="6800899" cy="550125"/>
            <a:chOff x="953187" y="6308209"/>
            <a:chExt cx="6800899" cy="55012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5501068-BDC5-6669-7EB5-3D37E18447AE}"/>
                </a:ext>
              </a:extLst>
            </p:cNvPr>
            <p:cNvGrpSpPr/>
            <p:nvPr/>
          </p:nvGrpSpPr>
          <p:grpSpPr>
            <a:xfrm>
              <a:off x="953187" y="6409046"/>
              <a:ext cx="6710805" cy="449288"/>
              <a:chOff x="953187" y="6409046"/>
              <a:chExt cx="6710805" cy="44928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C585DE4-B4A0-5DA8-009D-5881748F4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8168" y="6409046"/>
                <a:ext cx="4325824" cy="281965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DA5117A-19FE-8A3A-4F8D-F501672617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3187" y="6615192"/>
                <a:ext cx="4608627" cy="243142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2C90B64-8737-A158-F5A1-74CD40D47FD7}"/>
                </a:ext>
              </a:extLst>
            </p:cNvPr>
            <p:cNvSpPr txBox="1"/>
            <p:nvPr/>
          </p:nvSpPr>
          <p:spPr>
            <a:xfrm>
              <a:off x="3257500" y="6308209"/>
              <a:ext cx="44965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Direct execution partnerships and local NPO’s.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6CBE715-B810-6568-F43E-788180FE6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432" y="6455526"/>
            <a:ext cx="2975221" cy="224038"/>
          </a:xfrm>
          <a:prstGeom prst="rect">
            <a:avLst/>
          </a:prstGeom>
        </p:spPr>
      </p:pic>
      <p:pic>
        <p:nvPicPr>
          <p:cNvPr id="3" name="Picture 2" descr="Sasol Mining - Top Women">
            <a:extLst>
              <a:ext uri="{FF2B5EF4-FFF2-40B4-BE49-F238E27FC236}">
                <a16:creationId xmlns:a16="http://schemas.microsoft.com/office/drawing/2014/main" id="{81BA354D-07C9-B9CB-84C3-C0E0F5747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958" y="1584222"/>
            <a:ext cx="4643899" cy="321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43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F563C-9ABE-52C7-52F1-FFEB706C5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C3CB20-0733-A369-EA52-38B63BB320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7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67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665FD01-F936-E261-8FD3-8F6406A6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C0000D-1BDC-2512-9366-22093853E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5658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F071BC-0A70-A68B-BB46-811C48F34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199" y="4553582"/>
            <a:ext cx="5189034" cy="5368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CC84F3-6986-4040-875C-25B40FE83175}"/>
              </a:ext>
            </a:extLst>
          </p:cNvPr>
          <p:cNvSpPr txBox="1"/>
          <p:nvPr/>
        </p:nvSpPr>
        <p:spPr>
          <a:xfrm>
            <a:off x="4273062" y="4452695"/>
            <a:ext cx="3987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mailto:siphokhuzwayo12@gmail.com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69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31</Words>
  <Application>Microsoft Office PowerPoint</Application>
  <PresentationFormat>Widescreen</PresentationFormat>
  <Paragraphs>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Sipho Khuzwayo</dc:creator>
  <cp:lastModifiedBy>Sipho Khuzwayo</cp:lastModifiedBy>
  <cp:revision>7</cp:revision>
  <dcterms:created xsi:type="dcterms:W3CDTF">2026-06-27T21:24:14Z</dcterms:created>
  <dcterms:modified xsi:type="dcterms:W3CDTF">2026-07-29T13:50:38Z</dcterms:modified>
</cp:coreProperties>
</file>